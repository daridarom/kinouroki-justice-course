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B1F6B-EDEE-92F8-E8C9-9CFB1B6BA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63D210-64F6-28CA-F7E8-5578418AB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8B8937-4287-D43D-DC5D-58B4469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09A69C-5DE3-D387-BCBB-7354F2A5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E9D950-8BBC-E90E-BB01-0304942B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39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24AA7-EE73-9F99-A331-F41450DB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57771-CAEA-9B88-D035-AD31DD8B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F71D0-F212-034B-E5C6-F132A0BE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1E021-A999-ADAE-2B21-6C441E30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E014ED-0405-D4C6-4844-9B340F62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35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702C-C562-637F-E1BF-1633CCD3A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A52DBC-AB4A-8B50-7074-D9628F869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17B5F9-2F50-23C0-65FD-B25ABBFE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AC7C28-C800-54BA-2938-C01F23A8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86728B-14B9-2CA3-416D-F85DB751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67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2508C-43D5-0257-1A7D-659987E0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E5DF7-DEE8-7545-5470-2F0D22A84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C2D067-DD53-2260-262C-5303DFA8F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EE80B5-2F35-AD81-441D-5273937A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990CFA-85F7-BD92-C8CD-442EBF86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8F0AB7-93D3-E8E7-BE8A-B24DA847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71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725C1C-EDF7-79A9-F6CD-84490594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F17A72-0B9C-AD2C-CCFE-C2110423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D7613C-8A25-4450-44D0-FEDDF98B3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999A6A-D150-C750-56F3-874582BDD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909ADB-4B7E-1981-BC40-65002CF44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29992A-44B2-966C-DC00-FEB9D2FA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A62692-882E-D482-B72C-CBB66CC4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389BFE-4DF3-B929-76AC-14068034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48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9C10E-17DA-AF80-8C1C-B3A5359C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36D76F-2D3B-C4DF-6B8A-1DD4E15D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50F232-74EF-ECC5-89B1-8E30C8FB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9DFD21-F1E4-2986-3BC7-3C28EC33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04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1EDAEF0-9A8C-20A1-A842-58C813CF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F4260F-7F98-A2E3-1159-15E995E0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C495FF-F100-7121-B564-73B7131D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67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35C07-0309-97A2-14B8-9AAC457A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3B4C0F-C88E-68DE-E02E-85568297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34ECAC-ACF8-4092-8E6F-898F7BD2D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071A69-DC27-E54E-D053-69959060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B4C26D-D725-3A65-AA69-AF8DE9DE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531D8B-3228-8B43-76CD-7ACE8E61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8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30017-5ADB-A9AA-2975-813E4F2A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9B9872-0C92-E7AB-51F7-A09E496E7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EC145-B4A6-A092-B3B6-C6F648088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9F9D4C-8EB8-41B5-CE51-C9E418FF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AB6B10-9B53-8515-C1E5-043DF76B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21BF1D-6134-FA7D-9CD4-93F90356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59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100E5-0098-8094-6FFD-7E0AD405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C4BC92-C1B2-1A49-CD4B-BDF032D5B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5465E2-E3F3-2769-9583-76329B08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9A12F8-9A46-A00A-C302-B51E4D97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D51237-1AD5-A23A-7E38-39B5104B3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40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5A2554-D572-72EC-588F-C7AB42CCC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CB5223-5551-348D-7FB0-11417C71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FC5FE6-51A0-DBA7-A096-C496410B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3A7D4F-BA74-EF94-5B95-F62D96B3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1E0F8F-B297-2377-3187-4873A118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49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1682A-1A68-D3FB-1020-211DBB24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BFA199-114A-A974-9333-DE11F9DAF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4E3532-B91C-FEEE-0287-FBBEDADD9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69471-500E-4DED-9105-31AEB199DD5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50953-3EF9-E9B1-776B-EE53A9DCB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93B49-227D-A3EF-87C1-F4CA03E1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74AC5-F184-49D2-AC5F-AF4BE5916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77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44A48B-AABA-749E-23BB-1A871C47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6" r="4299" b="8124"/>
          <a:stretch>
            <a:fillRect/>
          </a:stretch>
        </p:blipFill>
        <p:spPr>
          <a:xfrm>
            <a:off x="960120" y="-12212"/>
            <a:ext cx="10271760" cy="688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9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AE715-1FB9-5FAC-D301-AAA07BA88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6720" y="5257800"/>
            <a:ext cx="7762240" cy="1167580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РАДОСТЬ ЗА ДРУГОГО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AAB90D-021B-8757-2F60-72390B078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1200" y="4435158"/>
            <a:ext cx="6207760" cy="731867"/>
          </a:xfrm>
        </p:spPr>
        <p:txBody>
          <a:bodyPr>
            <a:normAutofit/>
          </a:bodyPr>
          <a:lstStyle/>
          <a:p>
            <a:r>
              <a:rPr lang="ru-RU" sz="4400" b="1" dirty="0">
                <a:solidFill>
                  <a:schemeClr val="accent2">
                    <a:lumMod val="50000"/>
                  </a:schemeClr>
                </a:solidFill>
              </a:rPr>
              <a:t>ФИЛЬМ «МАНДАРИН»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6B5A03-D373-CE4B-1084-6D25D23AB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0" t="6307" r="11111" b="6380"/>
          <a:stretch>
            <a:fillRect/>
          </a:stretch>
        </p:blipFill>
        <p:spPr>
          <a:xfrm>
            <a:off x="757084" y="432620"/>
            <a:ext cx="4221316" cy="473440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B4A5054-DDF1-8A6A-CE19-FBAD08F888D1}"/>
              </a:ext>
            </a:extLst>
          </p:cNvPr>
          <p:cNvGrpSpPr/>
          <p:nvPr/>
        </p:nvGrpSpPr>
        <p:grpSpPr>
          <a:xfrm>
            <a:off x="7955280" y="0"/>
            <a:ext cx="4043680" cy="1369121"/>
            <a:chOff x="7955280" y="0"/>
            <a:chExt cx="4043680" cy="1369121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D020FAB-3919-A53B-AC78-FD87DB923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5280" y="0"/>
              <a:ext cx="3952240" cy="136912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7DAF6B-6082-6523-ED8D-00114D69BA25}"/>
                </a:ext>
              </a:extLst>
            </p:cNvPr>
            <p:cNvSpPr txBox="1"/>
            <p:nvPr/>
          </p:nvSpPr>
          <p:spPr>
            <a:xfrm>
              <a:off x="8808278" y="934679"/>
              <a:ext cx="31906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КИНОУРОКИ В ШКОЛАХ РОССИИ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5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307393-6FFC-B76A-B8B4-6421411B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432" y="373114"/>
            <a:ext cx="9545728" cy="619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5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76BB16-8897-1F6E-DE07-152BC0578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9" y="354063"/>
            <a:ext cx="9952582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0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531C70-FD39-1707-A597-D2FE23B86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63" y="354063"/>
            <a:ext cx="9838273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08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FAE8DD-74F0-1AD9-AD0B-DB91732FD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6" y="376925"/>
            <a:ext cx="10691787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8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FAE8DD-74F0-1AD9-AD0B-DB91732FD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74"/>
          <a:stretch>
            <a:fillRect/>
          </a:stretch>
        </p:blipFill>
        <p:spPr>
          <a:xfrm>
            <a:off x="7061200" y="1410290"/>
            <a:ext cx="4736294" cy="50707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6CFFD2-8032-E35D-6A78-6744A34719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r="9614"/>
          <a:stretch>
            <a:fillRect/>
          </a:stretch>
        </p:blipFill>
        <p:spPr>
          <a:xfrm>
            <a:off x="394506" y="376925"/>
            <a:ext cx="5142694" cy="511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6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6C70E0E-36E3-C33E-53ED-D927C3B0B147}"/>
              </a:ext>
            </a:extLst>
          </p:cNvPr>
          <p:cNvGrpSpPr/>
          <p:nvPr/>
        </p:nvGrpSpPr>
        <p:grpSpPr>
          <a:xfrm>
            <a:off x="660400" y="132080"/>
            <a:ext cx="10850880" cy="6441440"/>
            <a:chOff x="0" y="0"/>
            <a:chExt cx="6944360" cy="398462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12788D76-77CC-CD7B-DE5A-D99725759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708660"/>
              <a:ext cx="1915160" cy="1485900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598D259-C9F6-379E-FDCD-E7DB43831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5080" y="0"/>
              <a:ext cx="1860550" cy="1562100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63E907B1-92D3-8753-C3C2-2CFB089E4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040" y="2453640"/>
              <a:ext cx="1686560" cy="1524000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8FC17991-3922-AC6E-C44B-734A2CB40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2080" y="2446020"/>
              <a:ext cx="1780540" cy="1538605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652C0AA6-343A-F45C-4313-F0C26A276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15340"/>
              <a:ext cx="1927860" cy="1369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7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6C70E0E-36E3-C33E-53ED-D927C3B0B147}"/>
              </a:ext>
            </a:extLst>
          </p:cNvPr>
          <p:cNvGrpSpPr/>
          <p:nvPr/>
        </p:nvGrpSpPr>
        <p:grpSpPr>
          <a:xfrm>
            <a:off x="660400" y="132080"/>
            <a:ext cx="10850880" cy="6441440"/>
            <a:chOff x="0" y="0"/>
            <a:chExt cx="6944360" cy="398462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12788D76-77CC-CD7B-DE5A-D99725759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708660"/>
              <a:ext cx="1915160" cy="1485900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598D259-C9F6-379E-FDCD-E7DB43831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5080" y="0"/>
              <a:ext cx="1860550" cy="1562100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63E907B1-92D3-8753-C3C2-2CFB089E4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040" y="2453640"/>
              <a:ext cx="1686560" cy="1524000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8FC17991-3922-AC6E-C44B-734A2CB40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2080" y="2446020"/>
              <a:ext cx="1780540" cy="1538605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652C0AA6-343A-F45C-4313-F0C26A276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15340"/>
              <a:ext cx="1927860" cy="1369695"/>
            </a:xfrm>
            <a:prstGeom prst="rect">
              <a:avLst/>
            </a:prstGeom>
          </p:spPr>
        </p:pic>
      </p:grp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5882952-376A-47AA-13EF-58B33467ADB9}"/>
              </a:ext>
            </a:extLst>
          </p:cNvPr>
          <p:cNvCxnSpPr>
            <a:cxnSpLocks/>
          </p:cNvCxnSpPr>
          <p:nvPr/>
        </p:nvCxnSpPr>
        <p:spPr>
          <a:xfrm flipH="1">
            <a:off x="3672769" y="3322320"/>
            <a:ext cx="4845986" cy="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780FBE1-7592-FB07-3AE8-37AC8A8A15B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672769" y="1534160"/>
            <a:ext cx="964435" cy="1023084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47668EC-8DF9-1CE2-F60D-118EC3E0B759}"/>
              </a:ext>
            </a:extLst>
          </p:cNvPr>
          <p:cNvCxnSpPr>
            <a:cxnSpLocks/>
          </p:cNvCxnSpPr>
          <p:nvPr/>
        </p:nvCxnSpPr>
        <p:spPr>
          <a:xfrm>
            <a:off x="5019040" y="2657330"/>
            <a:ext cx="0" cy="142892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02FF3A4-67B6-24DA-11A4-08C46A3ABC88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5633389" y="5329886"/>
            <a:ext cx="1480387" cy="51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31C07F-D91B-6A4E-CB95-8FCC923DE4B8}"/>
              </a:ext>
            </a:extLst>
          </p:cNvPr>
          <p:cNvSpPr txBox="1"/>
          <p:nvPr/>
        </p:nvSpPr>
        <p:spPr>
          <a:xfrm>
            <a:off x="11511280" y="1163872"/>
            <a:ext cx="3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7B339-BB93-D2D0-8AEF-8B7C7129552B}"/>
              </a:ext>
            </a:extLst>
          </p:cNvPr>
          <p:cNvSpPr txBox="1"/>
          <p:nvPr/>
        </p:nvSpPr>
        <p:spPr>
          <a:xfrm>
            <a:off x="3662847" y="1334051"/>
            <a:ext cx="3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EF5FD-5C4F-EEEC-CA0B-3B32BD232D35}"/>
              </a:ext>
            </a:extLst>
          </p:cNvPr>
          <p:cNvSpPr txBox="1"/>
          <p:nvPr/>
        </p:nvSpPr>
        <p:spPr>
          <a:xfrm>
            <a:off x="7544398" y="43425"/>
            <a:ext cx="3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E38671-04E0-3302-A254-664E9F1F9E5B}"/>
              </a:ext>
            </a:extLst>
          </p:cNvPr>
          <p:cNvSpPr txBox="1"/>
          <p:nvPr/>
        </p:nvSpPr>
        <p:spPr>
          <a:xfrm>
            <a:off x="5600824" y="3996264"/>
            <a:ext cx="3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1362F-F0EA-826C-5AA1-5C94CD10730A}"/>
              </a:ext>
            </a:extLst>
          </p:cNvPr>
          <p:cNvSpPr txBox="1"/>
          <p:nvPr/>
        </p:nvSpPr>
        <p:spPr>
          <a:xfrm>
            <a:off x="9749103" y="3996264"/>
            <a:ext cx="3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3337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B381B9-D8B1-FC3E-C854-75A43FF9F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62" y="75158"/>
            <a:ext cx="10192594" cy="6707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32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FD562F-1DB1-D136-9CD3-99CB36E3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9" y="620786"/>
            <a:ext cx="10630821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9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E544F4-C2B7-DF69-D01F-80B26A61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105" y="548390"/>
            <a:ext cx="9807790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8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84A610-BB74-28CD-F516-832FCD8A3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71" y="430270"/>
            <a:ext cx="10348857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73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FAE8DD-74F0-1AD9-AD0B-DB91732FD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6" y="376925"/>
            <a:ext cx="10691787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870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</Words>
  <Application>Microsoft Office PowerPoint</Application>
  <PresentationFormat>Широкоэкранный</PresentationFormat>
  <Paragraphs>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Candara</vt:lpstr>
      <vt:lpstr>Тема Office</vt:lpstr>
      <vt:lpstr>Презентация PowerPoint</vt:lpstr>
      <vt:lpstr>РАДОСТЬ ЗА ДРУГОГО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4</cp:revision>
  <dcterms:created xsi:type="dcterms:W3CDTF">2025-08-19T15:49:54Z</dcterms:created>
  <dcterms:modified xsi:type="dcterms:W3CDTF">2025-11-06T14:37:26Z</dcterms:modified>
</cp:coreProperties>
</file>